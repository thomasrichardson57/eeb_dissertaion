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2BEAA-967A-2C01-9AAF-087D7883B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1732D-687D-3BEC-3FC9-B37076F34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CB562-2563-A11F-91D6-9D652DC0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0B49D-2E4B-7E77-A598-E043D825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6BC0B-D4B7-744C-B1BA-FBCD699D0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34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134E-4D08-873A-1E9C-B271002E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A1596-09DC-48F5-7E91-0806FB318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32385-19E3-8FEE-4791-DC79953E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51AFF-ED3F-1888-E0B3-084C9C8C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5A76C-1A06-1731-F523-D026620C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71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6CCA2-5BC0-5AE4-0254-D65F31AF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23B5E-A9BB-9B37-BC56-F0090DBCF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D2780-0288-816E-F606-CD32C9A5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2CFB1-7242-F3AA-A1E4-39ABC2AF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F384-3CF7-F8A9-AB33-9B7A60E4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55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58C8-47B4-1995-B45D-9A8F1CCB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5A467-977B-B9A0-9E69-CA8760DC7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1DF01-7BD0-AC21-DC8D-C823E9DDC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F99CC-DF67-C3CE-F2E2-F2C2390EF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07B3B-3556-D033-B0F0-F980047E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BE065-891B-046C-D7AD-3BDBAB4A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41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F7A7-1C73-50B7-519F-C4FB75B1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F2D36-8B15-B3C3-1107-4D12B2AEB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06DD4-0F1A-1C7D-0FAB-A1ECDDA45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6E92-2B96-D8CB-86F6-3D1973EA8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6AF4B-C421-B247-FC1B-55142CBDB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B55FC-E337-8003-F209-C95EE6D58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BE106E-B179-CE41-6479-2DB760FA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1D0D0-7F72-1939-B3E5-EC7153C8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17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FBD0-BBD5-A777-612E-CE423FA9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E32BE-B47F-77A5-02B0-CBD7BF2C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BB024-95F7-300D-D1FD-86AAA0BB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360EA-21A9-B5FD-A81D-E1AFF576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86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C2CBC-A974-C8A9-DC57-48A39181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7B941-4631-D490-E22A-F40D2520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64568-83BA-C119-E0AF-CF36C86A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378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1096-059D-CFF3-3743-8BE8932F3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93219-7420-4472-BB1D-25028C56C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ED7CE-82CB-CC13-F255-7B6269138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CAF62-6655-487B-2253-83C2C915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25F79-2A53-21F8-6F0B-FF9C88AAE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3EAA0-8648-33DC-CE1C-B15C44CC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74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3997-8FA4-87EF-E9BA-F8E1B6FA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C7E30-FFA2-BC53-6CFA-E54EE8C59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C49B7-E987-55F8-7B5D-0F5E62CF0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76D63-FAA3-3E0C-782D-49FCEA47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585CE-CA9C-0059-FF91-D756521C2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1992A-CAB5-4BF9-AA26-445F26187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71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C52A-096F-CB4B-30EF-7ACC875AD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81ED9-1E3F-D203-7749-2DBC84612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D7703-40C4-2DC2-0EFB-2AC73970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2DD6B-9E32-4D1E-20E6-D8D2853A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5D6B9-51C3-FD74-B5AA-055E6E39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76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D7CE7B-65E2-D0AF-2B69-5090C3CBA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00DFC-B548-3247-C2B9-DBCBFB0D8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9F17D-F82B-53CA-FEBC-D35D9152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4D738-41FA-7DE3-504E-EB3B3473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9CAB-316B-A3E8-BACA-CD003448D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47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B01BA-8A86-4B77-E934-3A7E45897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3B22-7256-E783-79AB-5168C8F82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2268C-9BBE-16AD-E79A-0B495415D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43210-AECD-4E1F-9238-99048DE3002C}" type="datetimeFigureOut">
              <a:rPr lang="en-GB" smtClean="0"/>
              <a:t>13/8/26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D6920-6504-035C-E025-FFCB4AB36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18921-6052-9EC8-F9D0-43D3E0793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CD6A9-117B-47F8-BDD0-D3BFE7F90B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8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54C358-757F-8F58-BF3C-9B8ABBFD1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950" y="0"/>
            <a:ext cx="8362099" cy="6858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CAF4358-2449-0C00-2B53-7F45680D46FE}"/>
              </a:ext>
            </a:extLst>
          </p:cNvPr>
          <p:cNvSpPr/>
          <p:nvPr/>
        </p:nvSpPr>
        <p:spPr>
          <a:xfrm>
            <a:off x="3200400" y="1735966"/>
            <a:ext cx="3943350" cy="4683122"/>
          </a:xfrm>
          <a:custGeom>
            <a:avLst/>
            <a:gdLst>
              <a:gd name="csX0" fmla="*/ 0 w 3922776"/>
              <a:gd name="csY0" fmla="*/ 4683122 h 4683122"/>
              <a:gd name="csX1" fmla="*/ 1536192 w 3922776"/>
              <a:gd name="csY1" fmla="*/ 2003930 h 4683122"/>
              <a:gd name="csX2" fmla="*/ 2679192 w 3922776"/>
              <a:gd name="csY2" fmla="*/ 2333114 h 4683122"/>
              <a:gd name="csX3" fmla="*/ 2578608 w 3922776"/>
              <a:gd name="csY3" fmla="*/ 56258 h 4683122"/>
              <a:gd name="csX4" fmla="*/ 3922776 w 3922776"/>
              <a:gd name="csY4" fmla="*/ 705482 h 46831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22776" h="4683122">
                <a:moveTo>
                  <a:pt x="0" y="4683122"/>
                </a:moveTo>
                <a:cubicBezTo>
                  <a:pt x="544830" y="3539360"/>
                  <a:pt x="1089660" y="2395598"/>
                  <a:pt x="1536192" y="2003930"/>
                </a:cubicBezTo>
                <a:cubicBezTo>
                  <a:pt x="1982724" y="1612262"/>
                  <a:pt x="2505456" y="2657726"/>
                  <a:pt x="2679192" y="2333114"/>
                </a:cubicBezTo>
                <a:cubicBezTo>
                  <a:pt x="2852928" y="2008502"/>
                  <a:pt x="2371344" y="327530"/>
                  <a:pt x="2578608" y="56258"/>
                </a:cubicBezTo>
                <a:cubicBezTo>
                  <a:pt x="2785872" y="-215014"/>
                  <a:pt x="3685032" y="575942"/>
                  <a:pt x="3922776" y="705482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E9C8880-B039-55B5-9A26-C86F4CF69280}"/>
              </a:ext>
            </a:extLst>
          </p:cNvPr>
          <p:cNvSpPr/>
          <p:nvPr/>
        </p:nvSpPr>
        <p:spPr>
          <a:xfrm>
            <a:off x="6997445" y="310896"/>
            <a:ext cx="2247139" cy="3995928"/>
          </a:xfrm>
          <a:custGeom>
            <a:avLst/>
            <a:gdLst>
              <a:gd name="csX0" fmla="*/ 2247139 w 2247139"/>
              <a:gd name="csY0" fmla="*/ 3995928 h 3995928"/>
              <a:gd name="csX1" fmla="*/ 272035 w 2247139"/>
              <a:gd name="csY1" fmla="*/ 3593592 h 3995928"/>
              <a:gd name="csX2" fmla="*/ 70867 w 2247139"/>
              <a:gd name="csY2" fmla="*/ 2542032 h 3995928"/>
              <a:gd name="csX3" fmla="*/ 784099 w 2247139"/>
              <a:gd name="csY3" fmla="*/ 0 h 3995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47139" h="3995928">
                <a:moveTo>
                  <a:pt x="2247139" y="3995928"/>
                </a:moveTo>
                <a:cubicBezTo>
                  <a:pt x="1440943" y="3915918"/>
                  <a:pt x="634747" y="3835908"/>
                  <a:pt x="272035" y="3593592"/>
                </a:cubicBezTo>
                <a:cubicBezTo>
                  <a:pt x="-90677" y="3351276"/>
                  <a:pt x="-14477" y="3140964"/>
                  <a:pt x="70867" y="2542032"/>
                </a:cubicBezTo>
                <a:cubicBezTo>
                  <a:pt x="156211" y="1943100"/>
                  <a:pt x="470155" y="971550"/>
                  <a:pt x="784099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67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Richardson</dc:creator>
  <cp:lastModifiedBy>Thomas Richardson</cp:lastModifiedBy>
  <cp:revision>1</cp:revision>
  <dcterms:created xsi:type="dcterms:W3CDTF">2026-08-13T19:38:20Z</dcterms:created>
  <dcterms:modified xsi:type="dcterms:W3CDTF">2026-08-13T19:42:21Z</dcterms:modified>
</cp:coreProperties>
</file>